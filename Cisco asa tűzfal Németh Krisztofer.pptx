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C46BBC-C24F-4686-9C93-4A8CD1808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1041400"/>
            <a:ext cx="8791575" cy="2387600"/>
          </a:xfrm>
        </p:spPr>
        <p:txBody>
          <a:bodyPr/>
          <a:lstStyle/>
          <a:p>
            <a:pPr algn="ctr"/>
            <a:r>
              <a:rPr lang="hu-HU" dirty="0"/>
              <a:t>Cisco </a:t>
            </a:r>
            <a:r>
              <a:rPr lang="hu-HU" dirty="0" err="1"/>
              <a:t>asa</a:t>
            </a:r>
            <a:r>
              <a:rPr lang="hu-HU" dirty="0"/>
              <a:t> tűzfal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BBD328C-4415-4085-A894-66E771157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211" y="4541838"/>
            <a:ext cx="8791575" cy="1655762"/>
          </a:xfrm>
        </p:spPr>
        <p:txBody>
          <a:bodyPr/>
          <a:lstStyle/>
          <a:p>
            <a:pPr algn="r"/>
            <a:r>
              <a:rPr lang="hu-HU" dirty="0"/>
              <a:t>készítette: Németh Krisztofer</a:t>
            </a:r>
          </a:p>
        </p:txBody>
      </p:sp>
    </p:spTree>
    <p:extLst>
      <p:ext uri="{BB962C8B-B14F-4D97-AF65-F5344CB8AC3E}">
        <p14:creationId xmlns:p14="http://schemas.microsoft.com/office/powerpoint/2010/main" val="1908168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B79DDE-D1E1-414F-8001-C2DF50230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A tűzfal szerepe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F4BEBE-C8A6-4DD4-9EE5-5D8B6CAFC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Biztonság</a:t>
            </a:r>
          </a:p>
          <a:p>
            <a:r>
              <a:rPr lang="hu-HU" dirty="0"/>
              <a:t>Adatvédelem</a:t>
            </a:r>
          </a:p>
          <a:p>
            <a:r>
              <a:rPr lang="hu-HU" dirty="0"/>
              <a:t>Adatcsomagok átvizsgálása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5FB972D-D952-4490-8593-C4E884540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830" y="2249487"/>
            <a:ext cx="6260470" cy="323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0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25A160-FA07-44D4-85A1-7029747A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Működése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16AEB2-5C62-4735-BD68-0C80411B4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Hardveres tűzfal</a:t>
            </a:r>
          </a:p>
          <a:p>
            <a:r>
              <a:rPr lang="hu-HU" dirty="0"/>
              <a:t>V</a:t>
            </a:r>
            <a:r>
              <a:rPr lang="en-US" dirty="0" err="1"/>
              <a:t>édelmet</a:t>
            </a:r>
            <a:r>
              <a:rPr lang="en-US" dirty="0"/>
              <a:t> </a:t>
            </a:r>
            <a:r>
              <a:rPr lang="hu-HU" dirty="0"/>
              <a:t>ad</a:t>
            </a:r>
            <a:r>
              <a:rPr lang="en-US" dirty="0"/>
              <a:t> a </a:t>
            </a:r>
            <a:r>
              <a:rPr lang="en-US" dirty="0" err="1"/>
              <a:t>belső</a:t>
            </a:r>
            <a:r>
              <a:rPr lang="en-US" dirty="0"/>
              <a:t> </a:t>
            </a:r>
            <a:r>
              <a:rPr lang="en-US" dirty="0" err="1"/>
              <a:t>hálózat</a:t>
            </a:r>
            <a:r>
              <a:rPr lang="en-US" dirty="0"/>
              <a:t> </a:t>
            </a:r>
            <a:r>
              <a:rPr lang="en-US" dirty="0" err="1"/>
              <a:t>számára</a:t>
            </a:r>
            <a:r>
              <a:rPr lang="en-US" dirty="0"/>
              <a:t>,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megakadályozza</a:t>
            </a:r>
            <a:r>
              <a:rPr lang="en-US" dirty="0"/>
              <a:t> a </a:t>
            </a:r>
            <a:r>
              <a:rPr lang="en-US" dirty="0" err="1"/>
              <a:t>külső</a:t>
            </a:r>
            <a:r>
              <a:rPr lang="en-US" dirty="0"/>
              <a:t> </a:t>
            </a:r>
            <a:r>
              <a:rPr lang="en-US" dirty="0" err="1"/>
              <a:t>támadásokat</a:t>
            </a:r>
            <a:endParaRPr lang="hu-HU" dirty="0"/>
          </a:p>
          <a:p>
            <a:r>
              <a:rPr lang="en-US" dirty="0"/>
              <a:t>Az ASA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úgynevezett</a:t>
            </a:r>
            <a:r>
              <a:rPr lang="en-US" dirty="0"/>
              <a:t> „</a:t>
            </a:r>
            <a:r>
              <a:rPr lang="en-US" dirty="0" err="1"/>
              <a:t>állapotalapú</a:t>
            </a:r>
            <a:r>
              <a:rPr lang="en-US" dirty="0"/>
              <a:t> </a:t>
            </a:r>
            <a:r>
              <a:rPr lang="en-US" dirty="0" err="1"/>
              <a:t>vizsgálatot</a:t>
            </a:r>
            <a:r>
              <a:rPr lang="en-US" dirty="0"/>
              <a:t>” (stateful inspection) </a:t>
            </a:r>
            <a:r>
              <a:rPr lang="en-US" dirty="0" err="1"/>
              <a:t>alkalmazza</a:t>
            </a:r>
            <a:r>
              <a:rPr lang="en-US" dirty="0"/>
              <a:t>.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jelenti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nemcsak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vizsgálja</a:t>
            </a:r>
            <a:r>
              <a:rPr lang="en-US" dirty="0"/>
              <a:t>,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adatcsomagok</a:t>
            </a:r>
            <a:r>
              <a:rPr lang="en-US" dirty="0"/>
              <a:t> </a:t>
            </a:r>
            <a:r>
              <a:rPr lang="en-US" dirty="0" err="1"/>
              <a:t>haladnak</a:t>
            </a:r>
            <a:r>
              <a:rPr lang="en-US" dirty="0"/>
              <a:t> </a:t>
            </a:r>
            <a:r>
              <a:rPr lang="en-US" dirty="0" err="1"/>
              <a:t>át</a:t>
            </a:r>
            <a:r>
              <a:rPr lang="en-US" dirty="0"/>
              <a:t> </a:t>
            </a:r>
            <a:r>
              <a:rPr lang="en-US" dirty="0" err="1"/>
              <a:t>rajta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is,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ezek</a:t>
            </a:r>
            <a:r>
              <a:rPr lang="en-US" dirty="0"/>
              <a:t> </a:t>
            </a:r>
            <a:r>
              <a:rPr lang="en-US" dirty="0" err="1"/>
              <a:t>mely</a:t>
            </a:r>
            <a:r>
              <a:rPr lang="en-US" dirty="0"/>
              <a:t> </a:t>
            </a:r>
            <a:r>
              <a:rPr lang="en-US" dirty="0" err="1"/>
              <a:t>kapcsolathoz</a:t>
            </a:r>
            <a:r>
              <a:rPr lang="en-US" dirty="0"/>
              <a:t> </a:t>
            </a:r>
            <a:r>
              <a:rPr lang="en-US" dirty="0" err="1"/>
              <a:t>tartoznak</a:t>
            </a:r>
            <a:r>
              <a:rPr lang="en-US" dirty="0"/>
              <a:t>,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azok</a:t>
            </a:r>
            <a:r>
              <a:rPr lang="en-US" dirty="0"/>
              <a:t> </a:t>
            </a:r>
            <a:r>
              <a:rPr lang="en-US" dirty="0" err="1"/>
              <a:t>érvényes</a:t>
            </a:r>
            <a:r>
              <a:rPr lang="en-US" dirty="0"/>
              <a:t>, </a:t>
            </a:r>
            <a:r>
              <a:rPr lang="en-US" dirty="0" err="1"/>
              <a:t>engedélyezett</a:t>
            </a:r>
            <a:r>
              <a:rPr lang="en-US" dirty="0"/>
              <a:t> </a:t>
            </a:r>
            <a:r>
              <a:rPr lang="en-US" dirty="0" err="1"/>
              <a:t>kommunikáció</a:t>
            </a:r>
            <a:r>
              <a:rPr lang="en-US" dirty="0"/>
              <a:t> </a:t>
            </a:r>
            <a:r>
              <a:rPr lang="en-US" dirty="0" err="1"/>
              <a:t>részét</a:t>
            </a:r>
            <a:r>
              <a:rPr lang="en-US" dirty="0"/>
              <a:t> </a:t>
            </a:r>
            <a:r>
              <a:rPr lang="en-US" dirty="0" err="1"/>
              <a:t>képezik</a:t>
            </a:r>
            <a:r>
              <a:rPr lang="en-US" dirty="0"/>
              <a:t>-e.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24877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18B176-32B6-465B-86F9-6AA1ABEB6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Fő funkciók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4E050E1-F5DA-4228-8A71-5FED3931B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VPN (</a:t>
            </a:r>
            <a:r>
              <a:rPr lang="hu-HU" dirty="0" err="1"/>
              <a:t>virtual</a:t>
            </a:r>
            <a:r>
              <a:rPr lang="hu-HU" dirty="0"/>
              <a:t> </a:t>
            </a:r>
            <a:r>
              <a:rPr lang="hu-HU" dirty="0" err="1"/>
              <a:t>private</a:t>
            </a:r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)</a:t>
            </a:r>
          </a:p>
          <a:p>
            <a:pPr marL="0" indent="0">
              <a:buNone/>
            </a:pPr>
            <a:r>
              <a:rPr lang="hu-HU" dirty="0"/>
              <a:t>-Ez </a:t>
            </a:r>
            <a:r>
              <a:rPr lang="en-US" dirty="0" err="1"/>
              <a:t>lehetővé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távoli</a:t>
            </a:r>
            <a:r>
              <a:rPr lang="en-US" dirty="0"/>
              <a:t> </a:t>
            </a:r>
            <a:r>
              <a:rPr lang="en-US" dirty="0" err="1"/>
              <a:t>felhasználók</a:t>
            </a:r>
            <a:r>
              <a:rPr lang="en-US" dirty="0"/>
              <a:t> </a:t>
            </a:r>
            <a:r>
              <a:rPr lang="en-US" dirty="0" err="1"/>
              <a:t>biztonságosan</a:t>
            </a:r>
            <a:r>
              <a:rPr lang="en-US" dirty="0"/>
              <a:t> </a:t>
            </a:r>
            <a:r>
              <a:rPr lang="en-US" dirty="0" err="1"/>
              <a:t>kapcsolódjanak</a:t>
            </a:r>
            <a:r>
              <a:rPr lang="en-US" dirty="0"/>
              <a:t> a </a:t>
            </a:r>
            <a:r>
              <a:rPr lang="en-US" dirty="0" err="1"/>
              <a:t>vállalati</a:t>
            </a:r>
            <a:r>
              <a:rPr lang="en-US" dirty="0"/>
              <a:t> </a:t>
            </a:r>
            <a:r>
              <a:rPr lang="en-US" dirty="0" err="1"/>
              <a:t>hálózathoz</a:t>
            </a:r>
            <a:endParaRPr lang="hu-HU" dirty="0"/>
          </a:p>
          <a:p>
            <a:r>
              <a:rPr lang="hu-HU" dirty="0"/>
              <a:t>NAT (</a:t>
            </a:r>
            <a:r>
              <a:rPr lang="hu-HU" dirty="0" err="1"/>
              <a:t>network</a:t>
            </a:r>
            <a:r>
              <a:rPr lang="hu-HU" dirty="0"/>
              <a:t> </a:t>
            </a:r>
            <a:r>
              <a:rPr lang="hu-HU" dirty="0" err="1"/>
              <a:t>address</a:t>
            </a:r>
            <a:r>
              <a:rPr lang="hu-HU" dirty="0"/>
              <a:t> </a:t>
            </a:r>
            <a:r>
              <a:rPr lang="hu-HU" dirty="0" err="1"/>
              <a:t>translation</a:t>
            </a:r>
            <a:r>
              <a:rPr lang="hu-HU" dirty="0"/>
              <a:t>)</a:t>
            </a:r>
          </a:p>
          <a:p>
            <a:pPr marL="0" indent="0">
              <a:buNone/>
            </a:pPr>
            <a:r>
              <a:rPr lang="hu-HU" dirty="0"/>
              <a:t>-Ezzel </a:t>
            </a:r>
            <a:r>
              <a:rPr lang="en-US" dirty="0"/>
              <a:t>a </a:t>
            </a:r>
            <a:r>
              <a:rPr lang="en-US" dirty="0" err="1"/>
              <a:t>belső</a:t>
            </a:r>
            <a:r>
              <a:rPr lang="en-US" dirty="0"/>
              <a:t> IP-</a:t>
            </a:r>
            <a:r>
              <a:rPr lang="en-US" dirty="0" err="1"/>
              <a:t>címeket</a:t>
            </a:r>
            <a:r>
              <a:rPr lang="en-US" dirty="0"/>
              <a:t> el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rejteni</a:t>
            </a:r>
            <a:r>
              <a:rPr lang="en-US" dirty="0"/>
              <a:t> a </a:t>
            </a:r>
            <a:r>
              <a:rPr lang="en-US" dirty="0" err="1"/>
              <a:t>külvilág</a:t>
            </a:r>
            <a:r>
              <a:rPr lang="en-US" dirty="0"/>
              <a:t> </a:t>
            </a:r>
            <a:r>
              <a:rPr lang="en-US" dirty="0" err="1"/>
              <a:t>elől</a:t>
            </a:r>
            <a:r>
              <a:rPr lang="en-US" dirty="0"/>
              <a:t>.</a:t>
            </a:r>
            <a:br>
              <a:rPr lang="en-US" dirty="0"/>
            </a:b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5B44D44-1D01-48E0-95EE-4A04B250E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836" y="4248150"/>
            <a:ext cx="26955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21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10E112-9E82-41D7-86D4-84A5736D2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Összegzés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44CA31-0C32-40A0-A55E-1EEEB85DB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Cisco ASA </a:t>
            </a:r>
            <a:r>
              <a:rPr lang="en-US" dirty="0" err="1"/>
              <a:t>tűzfal</a:t>
            </a:r>
            <a:r>
              <a:rPr lang="en-US" dirty="0"/>
              <a:t> </a:t>
            </a:r>
            <a:r>
              <a:rPr lang="en-US" dirty="0" err="1"/>
              <a:t>hosszú</a:t>
            </a:r>
            <a:r>
              <a:rPr lang="en-US" dirty="0"/>
              <a:t> </a:t>
            </a:r>
            <a:r>
              <a:rPr lang="en-US" dirty="0" err="1"/>
              <a:t>éveken</a:t>
            </a:r>
            <a:r>
              <a:rPr lang="en-US" dirty="0"/>
              <a:t> </a:t>
            </a:r>
            <a:r>
              <a:rPr lang="en-US" dirty="0" err="1"/>
              <a:t>át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legmegbízhatóbb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legelterjedtebb</a:t>
            </a:r>
            <a:r>
              <a:rPr lang="en-US" dirty="0"/>
              <a:t> </a:t>
            </a:r>
            <a:r>
              <a:rPr lang="en-US" dirty="0" err="1"/>
              <a:t>hálózati</a:t>
            </a:r>
            <a:r>
              <a:rPr lang="en-US" dirty="0"/>
              <a:t> </a:t>
            </a:r>
            <a:r>
              <a:rPr lang="en-US" dirty="0" err="1"/>
              <a:t>biztonsági</a:t>
            </a:r>
            <a:r>
              <a:rPr lang="en-US" dirty="0"/>
              <a:t> </a:t>
            </a:r>
            <a:r>
              <a:rPr lang="en-US" dirty="0" err="1"/>
              <a:t>megoldás</a:t>
            </a:r>
            <a:r>
              <a:rPr lang="en-US" dirty="0"/>
              <a:t> volt.</a:t>
            </a:r>
            <a:endParaRPr lang="hu-HU" dirty="0"/>
          </a:p>
          <a:p>
            <a:r>
              <a:rPr lang="en-US" dirty="0" err="1"/>
              <a:t>Egyszerűen</a:t>
            </a:r>
            <a:r>
              <a:rPr lang="en-US" dirty="0"/>
              <a:t> </a:t>
            </a:r>
            <a:r>
              <a:rPr lang="en-US" dirty="0" err="1"/>
              <a:t>kezelhető</a:t>
            </a:r>
            <a:r>
              <a:rPr lang="en-US" dirty="0"/>
              <a:t>, </a:t>
            </a:r>
            <a:r>
              <a:rPr lang="en-US" dirty="0" err="1"/>
              <a:t>mégis</a:t>
            </a:r>
            <a:r>
              <a:rPr lang="en-US" dirty="0"/>
              <a:t> </a:t>
            </a:r>
            <a:r>
              <a:rPr lang="en-US" dirty="0" err="1"/>
              <a:t>rendkívül</a:t>
            </a:r>
            <a:r>
              <a:rPr lang="en-US" dirty="0"/>
              <a:t> </a:t>
            </a:r>
            <a:r>
              <a:rPr lang="en-US" dirty="0" err="1"/>
              <a:t>hatékony</a:t>
            </a:r>
            <a:endParaRPr lang="hu-HU" dirty="0"/>
          </a:p>
          <a:p>
            <a:r>
              <a:rPr lang="en-US" dirty="0"/>
              <a:t>Az </a:t>
            </a:r>
            <a:r>
              <a:rPr lang="en-US" dirty="0" err="1"/>
              <a:t>újabb</a:t>
            </a:r>
            <a:r>
              <a:rPr lang="en-US" dirty="0"/>
              <a:t> </a:t>
            </a:r>
            <a:r>
              <a:rPr lang="en-US" dirty="0" err="1"/>
              <a:t>technológiák</a:t>
            </a:r>
            <a:r>
              <a:rPr lang="en-US" dirty="0"/>
              <a:t>, mint </a:t>
            </a:r>
            <a:r>
              <a:rPr lang="en-US" dirty="0" err="1"/>
              <a:t>például</a:t>
            </a:r>
            <a:r>
              <a:rPr lang="en-US" dirty="0"/>
              <a:t> a Cisco Firepower, </a:t>
            </a:r>
            <a:r>
              <a:rPr lang="en-US" dirty="0" err="1"/>
              <a:t>fokozatosan</a:t>
            </a:r>
            <a:r>
              <a:rPr lang="en-US" dirty="0"/>
              <a:t> </a:t>
            </a:r>
            <a:r>
              <a:rPr lang="en-US" dirty="0" err="1"/>
              <a:t>leváltják</a:t>
            </a:r>
            <a:r>
              <a:rPr lang="en-US" dirty="0"/>
              <a:t>, de </a:t>
            </a:r>
            <a:r>
              <a:rPr lang="en-US" dirty="0" err="1"/>
              <a:t>az</a:t>
            </a:r>
            <a:r>
              <a:rPr lang="en-US" dirty="0"/>
              <a:t> ASA </a:t>
            </a:r>
            <a:r>
              <a:rPr lang="en-US" dirty="0" err="1"/>
              <a:t>továbbra</a:t>
            </a:r>
            <a:r>
              <a:rPr lang="en-US" dirty="0"/>
              <a:t> is </a:t>
            </a:r>
            <a:r>
              <a:rPr lang="en-US" dirty="0" err="1"/>
              <a:t>sok</a:t>
            </a:r>
            <a:r>
              <a:rPr lang="en-US" dirty="0"/>
              <a:t> </a:t>
            </a:r>
            <a:r>
              <a:rPr lang="en-US" dirty="0" err="1"/>
              <a:t>helyen</a:t>
            </a:r>
            <a:r>
              <a:rPr lang="en-US" dirty="0"/>
              <a:t> </a:t>
            </a:r>
            <a:r>
              <a:rPr lang="en-US" dirty="0" err="1"/>
              <a:t>működik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bizonyítja</a:t>
            </a:r>
            <a:r>
              <a:rPr lang="en-US" dirty="0"/>
              <a:t> </a:t>
            </a:r>
            <a:r>
              <a:rPr lang="en-US" dirty="0" err="1"/>
              <a:t>megbízhatóságát</a:t>
            </a:r>
            <a:r>
              <a:rPr lang="en-US" dirty="0"/>
              <a:t>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62656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EEA667-5E5A-4777-96D9-43DF7A8F2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715"/>
            <a:ext cx="9905998" cy="1478570"/>
          </a:xfrm>
        </p:spPr>
        <p:txBody>
          <a:bodyPr/>
          <a:lstStyle/>
          <a:p>
            <a:pPr algn="ctr"/>
            <a:r>
              <a:rPr lang="hu-HU" dirty="0"/>
              <a:t>Köszönöm a figyelmet!</a:t>
            </a:r>
          </a:p>
        </p:txBody>
      </p:sp>
    </p:spTree>
    <p:extLst>
      <p:ext uri="{BB962C8B-B14F-4D97-AF65-F5344CB8AC3E}">
        <p14:creationId xmlns:p14="http://schemas.microsoft.com/office/powerpoint/2010/main" val="2613598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TM04033919[[fn=Áramkör]]</Template>
  <TotalTime>0</TotalTime>
  <Words>172</Words>
  <Application>Microsoft Office PowerPoint</Application>
  <PresentationFormat>Szélesvásznú</PresentationFormat>
  <Paragraphs>20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Tw Cen MT</vt:lpstr>
      <vt:lpstr>Áramkör</vt:lpstr>
      <vt:lpstr>Cisco asa tűzfal</vt:lpstr>
      <vt:lpstr>A tűzfal szerepe</vt:lpstr>
      <vt:lpstr>Működése</vt:lpstr>
      <vt:lpstr>Fő funkciók</vt:lpstr>
      <vt:lpstr>Összegzés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Cisco asa tűzfal</dc:title>
  <dc:creator>Németh Krisztofer</dc:creator>
  <cp:lastModifiedBy>Németh Krisztofer</cp:lastModifiedBy>
  <cp:revision>12</cp:revision>
  <dcterms:created xsi:type="dcterms:W3CDTF">2025-11-04T08:03:18Z</dcterms:created>
  <dcterms:modified xsi:type="dcterms:W3CDTF">2025-11-04T09:18:07Z</dcterms:modified>
</cp:coreProperties>
</file>