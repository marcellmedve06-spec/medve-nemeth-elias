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6" autoAdjust="0"/>
    <p:restoredTop sz="96120" autoAdjust="0"/>
  </p:normalViewPr>
  <p:slideViewPr>
    <p:cSldViewPr snapToGrid="0">
      <p:cViewPr varScale="1">
        <p:scale>
          <a:sx n="76" d="100"/>
          <a:sy n="76" d="100"/>
        </p:scale>
        <p:origin x="126" y="6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F96B9B9-5AA4-46D6-B108-C05EEA2805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8743D18-758E-4515-8B88-8AF5CA8E61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B96DF08-7314-4442-B592-2FE445D53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2025. 12. 02.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B7CEF9F-1442-49E6-A959-9740CF7F1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D54C9A1-8059-4D89-9BCE-89A2F3389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25069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C725D8-01AB-4FA1-9E5F-F10D5F356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F38085D-69FE-4910-867D-D1539E602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7C2DB24-2A76-47BE-8902-82CC9647E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2025. 12. 02.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8D6DDC7-81FE-47D7-9B83-59319262E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F8831AC-8BB4-490C-A016-FCD9EDF55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64831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FA6F9A0-A45B-42F9-9E31-D0BB619FE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E204CA8-DEF9-493F-A704-5979D4B591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FC56C6E-F946-496F-90CF-6FAB5BE04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2025. 12. 02.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738BE1C-37AC-4ABD-99D5-61BBA26D0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C4DFF78-EBAF-47BA-A05D-57C2F500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220463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FA5455B-870C-4127-98DF-E43096336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CD68C56-AD8C-4475-A6C8-B0A5E812E5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279ABAF-69A7-4E42-9CE4-3547218D98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2B33489-F979-42EE-94F1-774F84BBA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2025. 12. 02.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1BA2E4E-59D4-4AF9-8788-E6F93BA22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79AE45-61D0-4FCF-B7F2-1ADE8CDE0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7956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BCE4FA-3D13-4006-BB78-1282C3939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DAC5D48-98DD-4F82-834F-75E45559F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1E9F76D-6211-4CB2-BE57-81278BC165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50AF966-B903-44D2-AF51-E9932ECB67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ED375949-7038-4BD1-922A-5557F2DE34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7A397CF-83B2-4690-BE6F-0023494C3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2025. 12. 02.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E9FC0302-2A44-4D0F-A38C-FF95F3B3C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E72AA9F5-137D-4866-8B66-BF8EFBF8A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1632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D33C5D3-D123-46D8-ABF1-5AA4C65ED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AAC6895C-0030-4E8F-AD78-6D986B155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2025. 12. 02.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20E0D334-DA8B-4A5C-9FDD-FD5315697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82D5083-3A94-4015-9AAD-6365C36FC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4966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899C5F30-55F9-454B-AE10-C00A44FE7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2025. 12. 02.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BC060D08-1127-408B-8DBC-908729276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8F2CF9-A31D-4071-987F-FC0BB909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1333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55A1DFD-5A8A-43E8-A8B0-39794554F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C9A18FE-7439-4FAA-B3B4-A0E745B26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B731068-E12D-48F5-8DF3-6611BB14D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AF88FCD-53AC-4A7C-BAB6-EEA5C937B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2025. 12. 02.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5FCF1C5-A920-43EC-A310-11E57DD7B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290723B-66DA-450C-B6B4-DBC351B26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98470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480A2D-4F18-4792-B8DA-2FAB0CF41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360C964A-72A9-4E36-A3F0-61D0AE83B7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0F20F23-A55A-4FF9-BF30-6A3599F42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1C83EFA4-708C-4203-8EF9-41D0A2947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2025. 12. 02.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2ECB8B6-1947-4658-828A-41CCBBEC4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923A7B3-E86F-4A10-9929-DC516BD66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63156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B569196-C41C-4C0D-BAAD-3B2159A25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D871CC3-ECB3-4B03-AE01-E2DB8C183F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232F142-14B1-4898-AE8E-8B92636AC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2025. 12. 02.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AA47114-C225-40BD-959B-5748FA483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915ACCD-D893-4A6F-A86D-D00456751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0052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810A3389-F3FE-48D1-BB64-7C6DB5C684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9AC402C-9471-4F1F-906F-B7F90B5735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E4D508B-B738-49D9-BA4E-329369B6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9B37-608B-4825-8BEC-979DB37688B7}" type="datetimeFigureOut">
              <a:rPr lang="hu-HU" smtClean="0"/>
              <a:t>2025. 12. 02.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886694B-3851-44D0-A429-97F82D928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59ADCAA-2CAC-4B63-BB3A-78FE85C2A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483325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42B66AAA-3528-4A88-B906-CCA0C8EFB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80BF3CE-A440-4BAE-9A6A-574299640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76486D6-7A73-4048-A087-CE20C7B076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809B37-608B-4825-8BEC-979DB37688B7}" type="datetimeFigureOut">
              <a:rPr lang="hu-HU" smtClean="0"/>
              <a:t>2025. 12. 02.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F380E81-0F02-4207-A237-ADE9173790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D6BB0F7-F4AA-4CCB-BEC5-9871967CB6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9D27C6-FA2D-4FDC-9B13-30DD28ED366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52001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EFEB1F8-446B-47D6-8D93-35F14D211C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hu-HU" b="1" dirty="0">
                <a:solidFill>
                  <a:schemeClr val="bg1">
                    <a:lumMod val="95000"/>
                  </a:schemeClr>
                </a:solidFill>
              </a:rPr>
              <a:t>IPv6 - Az Internet Protokoll következő generációja </a:t>
            </a:r>
            <a:br>
              <a:rPr lang="hu-HU" dirty="0">
                <a:solidFill>
                  <a:schemeClr val="bg1">
                    <a:lumMod val="95000"/>
                  </a:schemeClr>
                </a:solidFill>
              </a:rPr>
            </a:br>
            <a:endParaRPr lang="hu-HU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7AFDC4D-9E00-404C-A44D-763978ED00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32900" y="6396038"/>
            <a:ext cx="2959100" cy="461962"/>
          </a:xfrm>
        </p:spPr>
        <p:txBody>
          <a:bodyPr>
            <a:normAutofit/>
          </a:bodyPr>
          <a:lstStyle/>
          <a:p>
            <a:r>
              <a:rPr lang="hu-HU" b="1" dirty="0"/>
              <a:t>Készítette: Éliás Péter</a:t>
            </a:r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929760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8F6F6C1-9B11-4BB4-9542-98F1F145C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010400" cy="1325563"/>
          </a:xfrm>
        </p:spPr>
        <p:txBody>
          <a:bodyPr/>
          <a:lstStyle/>
          <a:p>
            <a:r>
              <a:rPr lang="hu-HU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0"/>
              </a:rPr>
              <a:t>A hálózat új nyelve: IPv6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24BD425-F2A1-4BE4-9307-7CEEAC546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25563"/>
            <a:ext cx="10515600" cy="828675"/>
          </a:xfrm>
        </p:spPr>
        <p:txBody>
          <a:bodyPr>
            <a:normAutofit fontScale="92500" lnSpcReduction="20000"/>
          </a:bodyPr>
          <a:lstStyle/>
          <a:p>
            <a:r>
              <a:rPr lang="hu-HU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0"/>
              </a:rPr>
              <a:t>Az IPv6 célja</a:t>
            </a:r>
          </a:p>
          <a:p>
            <a:r>
              <a:rPr lang="hu-HU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0"/>
              </a:rPr>
              <a:t>Miért volt szükség az IPv6 bevezetésére?</a:t>
            </a:r>
          </a:p>
          <a:p>
            <a:endParaRPr lang="hu-HU" b="1" dirty="0">
              <a:solidFill>
                <a:schemeClr val="bg1">
                  <a:lumMod val="95000"/>
                </a:schemeClr>
              </a:solidFill>
              <a:latin typeface="Arial Rounded MT Bold" panose="020F0704030504030204" pitchFamily="34" charset="0"/>
            </a:endParaRPr>
          </a:p>
          <a:p>
            <a:pPr lvl="1"/>
            <a:endParaRPr lang="hu-HU" b="1" dirty="0"/>
          </a:p>
        </p:txBody>
      </p:sp>
    </p:spTree>
    <p:extLst>
      <p:ext uri="{BB962C8B-B14F-4D97-AF65-F5344CB8AC3E}">
        <p14:creationId xmlns:p14="http://schemas.microsoft.com/office/powerpoint/2010/main" val="881047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05FEB39-72E7-4A2D-871C-9F8D29716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0"/>
              </a:rPr>
              <a:t>Az IPv6 előnyei és hátrányai</a:t>
            </a:r>
            <a:r>
              <a:rPr lang="hu-HU" b="1" dirty="0">
                <a:latin typeface="Arial Rounded MT Bold" panose="020F0704030504030204" pitchFamily="34" charset="0"/>
              </a:rPr>
              <a:t>	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B22D98D-51A3-46A0-AFC2-CE8D102435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hu-HU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0"/>
              </a:rPr>
              <a:t>Az IPv6 előnyei:</a:t>
            </a:r>
          </a:p>
          <a:p>
            <a:pPr lvl="5"/>
            <a:r>
              <a:rPr lang="hu-HU" sz="2400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0"/>
              </a:rPr>
              <a:t>Szinte korlátlan címzés</a:t>
            </a:r>
          </a:p>
          <a:p>
            <a:pPr lvl="5"/>
            <a:r>
              <a:rPr lang="hu-HU" sz="2400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0"/>
              </a:rPr>
              <a:t>Jobb biztonság</a:t>
            </a:r>
          </a:p>
          <a:p>
            <a:pPr lvl="5"/>
            <a:r>
              <a:rPr lang="hu-HU" sz="2400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0"/>
              </a:rPr>
              <a:t>Hatékonyabb címkezelés</a:t>
            </a:r>
          </a:p>
          <a:p>
            <a:pPr lvl="5"/>
            <a:r>
              <a:rPr lang="hu-HU" sz="2400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0"/>
              </a:rPr>
              <a:t>Javított hálózati teljesítmény</a:t>
            </a:r>
          </a:p>
        </p:txBody>
      </p:sp>
    </p:spTree>
    <p:extLst>
      <p:ext uri="{BB962C8B-B14F-4D97-AF65-F5344CB8AC3E}">
        <p14:creationId xmlns:p14="http://schemas.microsoft.com/office/powerpoint/2010/main" val="1464089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4524D-F0DB-44F6-9478-20F97D15D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09801"/>
            <a:ext cx="6883400" cy="571500"/>
          </a:xfrm>
        </p:spPr>
        <p:txBody>
          <a:bodyPr>
            <a:normAutofit fontScale="90000"/>
          </a:bodyPr>
          <a:lstStyle/>
          <a:p>
            <a:r>
              <a:rPr lang="hu-HU" b="1" dirty="0">
                <a:solidFill>
                  <a:schemeClr val="bg1"/>
                </a:solidFill>
              </a:rPr>
              <a:t>Az IPv6 bevezetésének kihívásai</a:t>
            </a:r>
            <a:br>
              <a:rPr lang="hu-HU" b="1" dirty="0"/>
            </a:br>
            <a:endParaRPr lang="hu-HU" b="1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3976CC-E5D9-442C-81E5-B02964A37F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209131"/>
            <a:ext cx="10439400" cy="677069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Az IPv6 bevezetése bár számos előnnyel jár, nem problémamentes.</a:t>
            </a:r>
          </a:p>
        </p:txBody>
      </p:sp>
    </p:spTree>
    <p:extLst>
      <p:ext uri="{BB962C8B-B14F-4D97-AF65-F5344CB8AC3E}">
        <p14:creationId xmlns:p14="http://schemas.microsoft.com/office/powerpoint/2010/main" val="26743942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CA124D-49AC-4649-8D04-275A426DD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5400" y="-38577"/>
            <a:ext cx="3238500" cy="1325563"/>
          </a:xfrm>
        </p:spPr>
        <p:txBody>
          <a:bodyPr/>
          <a:lstStyle/>
          <a:p>
            <a:pPr algn="ctr"/>
            <a:r>
              <a:rPr lang="hu-HU" b="1" dirty="0">
                <a:solidFill>
                  <a:schemeClr val="bg1">
                    <a:lumMod val="95000"/>
                  </a:schemeClr>
                </a:solidFill>
              </a:rPr>
              <a:t>IPv6 és a jövő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15813BD-0CC6-4DB5-8A58-ABFCF9545E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25400" y="1286986"/>
            <a:ext cx="10515600" cy="4351338"/>
          </a:xfrm>
          <a:noFill/>
          <a:ln>
            <a:noFill/>
          </a:ln>
        </p:spPr>
        <p:txBody>
          <a:bodyPr/>
          <a:lstStyle/>
          <a:p>
            <a:r>
              <a:rPr lang="hu-HU" b="1" dirty="0">
                <a:solidFill>
                  <a:schemeClr val="bg1">
                    <a:lumMod val="95000"/>
                  </a:schemeClr>
                </a:solidFill>
              </a:rPr>
              <a:t>Párhuzamos működés</a:t>
            </a:r>
          </a:p>
          <a:p>
            <a:r>
              <a:rPr lang="hu-HU" dirty="0">
                <a:solidFill>
                  <a:schemeClr val="bg1">
                    <a:lumMod val="95000"/>
                  </a:schemeClr>
                </a:solidFill>
              </a:rPr>
              <a:t>Az IPv6 már régóta elérhető, de sok helyen még mindig együtt fut az IPv4-gyel.</a:t>
            </a:r>
          </a:p>
          <a:p>
            <a:r>
              <a:rPr lang="hu-HU" b="1" dirty="0">
                <a:solidFill>
                  <a:schemeClr val="bg1">
                    <a:lumMod val="95000"/>
                  </a:schemeClr>
                </a:solidFill>
              </a:rPr>
              <a:t>Folyamatban lévő átállás</a:t>
            </a:r>
          </a:p>
          <a:p>
            <a:r>
              <a:rPr lang="hu-HU" dirty="0">
                <a:solidFill>
                  <a:schemeClr val="bg1">
                    <a:lumMod val="95000"/>
                  </a:schemeClr>
                </a:solidFill>
              </a:rPr>
              <a:t>A váltás lassú, de folyamatos, és a jövő internetéhez elengedhetetlen.</a:t>
            </a:r>
          </a:p>
          <a:p>
            <a:r>
              <a:rPr lang="hu-HU" b="1" dirty="0">
                <a:solidFill>
                  <a:schemeClr val="bg1">
                    <a:lumMod val="95000"/>
                  </a:schemeClr>
                </a:solidFill>
              </a:rPr>
              <a:t>Miért fontos?</a:t>
            </a:r>
          </a:p>
          <a:p>
            <a:r>
              <a:rPr lang="hu-HU" dirty="0">
                <a:solidFill>
                  <a:schemeClr val="bg1">
                    <a:lumMod val="95000"/>
                  </a:schemeClr>
                </a:solidFill>
              </a:rPr>
              <a:t>Az </a:t>
            </a:r>
            <a:r>
              <a:rPr lang="hu-HU" dirty="0" err="1">
                <a:solidFill>
                  <a:schemeClr val="bg1">
                    <a:lumMod val="95000"/>
                  </a:schemeClr>
                </a:solidFill>
              </a:rPr>
              <a:t>IoT</a:t>
            </a:r>
            <a:r>
              <a:rPr lang="hu-HU" dirty="0">
                <a:solidFill>
                  <a:schemeClr val="bg1">
                    <a:lumMod val="95000"/>
                  </a:schemeClr>
                </a:solidFill>
              </a:rPr>
              <a:t>, az okos városok, a járműkommunikáció és a növekvő adatforgalom miatt az IPv6 biztosítja a skálázható és fenntartható hálózati alapot.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16660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C0B0F49-DD54-49C4-9BAC-3F873CDC4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25" y="1215230"/>
            <a:ext cx="2571750" cy="1325563"/>
          </a:xfrm>
        </p:spPr>
        <p:txBody>
          <a:bodyPr/>
          <a:lstStyle/>
          <a:p>
            <a:r>
              <a:rPr lang="hu-HU" b="1" dirty="0">
                <a:solidFill>
                  <a:schemeClr val="bg1">
                    <a:lumMod val="95000"/>
                  </a:schemeClr>
                </a:solidFill>
              </a:rPr>
              <a:t>Összegzés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1098D34-6706-46EB-BD01-1C02313452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793"/>
            <a:ext cx="10515600" cy="1776413"/>
          </a:xfrm>
        </p:spPr>
        <p:txBody>
          <a:bodyPr/>
          <a:lstStyle/>
          <a:p>
            <a:r>
              <a:rPr lang="hu-HU" b="1" dirty="0">
                <a:solidFill>
                  <a:schemeClr val="bg1">
                    <a:lumMod val="95000"/>
                  </a:schemeClr>
                </a:solidFill>
              </a:rPr>
              <a:t>Az IPv6 nem egyszerű frissítés, hanem egy új technológiai alap, amely hatalmas címkészletével világszerte még több eszköz csatlakozását teszi lehetővé. Terjedése folyamatos, és kulcsfontosságú szerepet játszik a jövő internetének fejlődésében.</a:t>
            </a:r>
            <a:endParaRPr lang="hu-HU" dirty="0">
              <a:solidFill>
                <a:schemeClr val="bg1">
                  <a:lumMod val="95000"/>
                </a:schemeClr>
              </a:solidFill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66707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E59E40-DB6F-45F0-8EEF-B58A671C6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99480"/>
            <a:ext cx="221488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solidFill>
                  <a:schemeClr val="bg1">
                    <a:lumMod val="95000"/>
                  </a:schemeClr>
                </a:solidFill>
              </a:rPr>
              <a:t>Források:</a:t>
            </a:r>
            <a:br>
              <a:rPr lang="hu-HU" b="1" dirty="0">
                <a:solidFill>
                  <a:schemeClr val="bg1">
                    <a:lumMod val="95000"/>
                  </a:schemeClr>
                </a:solidFill>
              </a:rPr>
            </a:br>
            <a:endParaRPr lang="hu-HU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6958CBD-2132-48EB-A285-5862BA9FE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862262"/>
            <a:ext cx="2679700" cy="1133475"/>
          </a:xfrm>
        </p:spPr>
        <p:txBody>
          <a:bodyPr/>
          <a:lstStyle/>
          <a:p>
            <a:r>
              <a:rPr lang="hu-HU" b="1" dirty="0" err="1">
                <a:solidFill>
                  <a:schemeClr val="bg1">
                    <a:lumMod val="95000"/>
                  </a:schemeClr>
                </a:solidFill>
              </a:rPr>
              <a:t>ChatGPT</a:t>
            </a:r>
            <a:endParaRPr lang="hu-HU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hu-HU" b="1" dirty="0">
                <a:solidFill>
                  <a:schemeClr val="bg1">
                    <a:lumMod val="95000"/>
                  </a:schemeClr>
                </a:solidFill>
              </a:rPr>
              <a:t>Google </a:t>
            </a:r>
            <a:r>
              <a:rPr lang="hu-HU" b="1" dirty="0" err="1">
                <a:solidFill>
                  <a:schemeClr val="bg1">
                    <a:lumMod val="95000"/>
                  </a:schemeClr>
                </a:solidFill>
              </a:rPr>
              <a:t>Images</a:t>
            </a:r>
            <a:endParaRPr lang="hu-HU" b="1" dirty="0">
              <a:solidFill>
                <a:schemeClr val="bg1">
                  <a:lumMod val="95000"/>
                </a:schemeClr>
              </a:solidFill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51337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</Words>
  <Application>Microsoft Office PowerPoint</Application>
  <PresentationFormat>Szélesvásznú</PresentationFormat>
  <Paragraphs>25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2" baseType="lpstr">
      <vt:lpstr>Arial</vt:lpstr>
      <vt:lpstr>Arial Rounded MT Bold</vt:lpstr>
      <vt:lpstr>Calibri</vt:lpstr>
      <vt:lpstr>Calibri Light</vt:lpstr>
      <vt:lpstr>Office-téma</vt:lpstr>
      <vt:lpstr>IPv6 - Az Internet Protokoll következő generációja  </vt:lpstr>
      <vt:lpstr>A hálózat új nyelve: IPv6</vt:lpstr>
      <vt:lpstr>Az IPv6 előnyei és hátrányai </vt:lpstr>
      <vt:lpstr>Az IPv6 bevezetésének kihívásai </vt:lpstr>
      <vt:lpstr>IPv6 és a jövő</vt:lpstr>
      <vt:lpstr>Összegzés</vt:lpstr>
      <vt:lpstr>Források: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IPv6 - Az Internet Protokoll következő generációja</dc:title>
  <dc:creator>Éliás Péter</dc:creator>
  <cp:lastModifiedBy>Éliás Péter</cp:lastModifiedBy>
  <cp:revision>13</cp:revision>
  <dcterms:created xsi:type="dcterms:W3CDTF">2025-11-04T08:06:36Z</dcterms:created>
  <dcterms:modified xsi:type="dcterms:W3CDTF">2025-12-02T08:13:23Z</dcterms:modified>
</cp:coreProperties>
</file>