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6120" autoAdjust="0"/>
  </p:normalViewPr>
  <p:slideViewPr>
    <p:cSldViewPr snapToGrid="0">
      <p:cViewPr varScale="1">
        <p:scale>
          <a:sx n="76" d="100"/>
          <a:sy n="76" d="100"/>
        </p:scale>
        <p:origin x="162" y="6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96B9B9-5AA4-46D6-B108-C05EEA280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43D18-758E-4515-8B88-8AF5CA8E6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96DF08-7314-4442-B592-2FE445D5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7CEF9F-1442-49E6-A959-9740CF7F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54C9A1-8059-4D89-9BCE-89A2F338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506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725D8-01AB-4FA1-9E5F-F10D5F35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38085D-69FE-4910-867D-D1539E602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C2DB24-2A76-47BE-8902-82CC9647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D6DDC7-81FE-47D7-9B83-59319262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F8831AC-8BB4-490C-A016-FCD9EDF5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483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A6F9A0-A45B-42F9-9E31-D0BB619F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E204CA8-DEF9-493F-A704-5979D4B59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C56C6E-F946-496F-90CF-6FAB5BE0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38BE1C-37AC-4ABD-99D5-61BBA26D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4DFF78-EBAF-47BA-A05D-57C2F500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204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A5455B-870C-4127-98DF-E4309633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D68C56-AD8C-4475-A6C8-B0A5E812E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279ABAF-69A7-4E42-9CE4-3547218D9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2B33489-F979-42EE-94F1-774F84BB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1BA2E4E-59D4-4AF9-8788-E6F93BA2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79AE45-61D0-4FCF-B7F2-1ADE8CDE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95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BCE4FA-3D13-4006-BB78-1282C393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DAC5D48-98DD-4F82-834F-75E45559F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1E9F76D-6211-4CB2-BE57-81278BC16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50AF966-B903-44D2-AF51-E9932ECB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D375949-7038-4BD1-922A-5557F2DE3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7A397CF-83B2-4690-BE6F-0023494C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9FC0302-2A44-4D0F-A38C-FF95F3B3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72AA9F5-137D-4866-8B66-BF8EFBF8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32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33C5D3-D123-46D8-ABF1-5AA4C65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AC6895C-0030-4E8F-AD78-6D986B15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0E0D334-DA8B-4A5C-9FDD-FD531569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82D5083-3A94-4015-9AAD-6365C36F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49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9C5F30-55F9-454B-AE10-C00A44FE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C060D08-1127-408B-8DBC-90872927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48F2CF9-A31D-4071-987F-FC0BB909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133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5A1DFD-5A8A-43E8-A8B0-39794554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9A18FE-7439-4FAA-B3B4-A0E745B26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B731068-E12D-48F5-8DF3-6611BB14D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AF88FCD-53AC-4A7C-BAB6-EEA5C937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5FCF1C5-A920-43EC-A310-11E57DD7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290723B-66DA-450C-B6B4-DBC351B2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847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480A2D-4F18-4792-B8DA-2FAB0CF4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60C964A-72A9-4E36-A3F0-61D0AE83B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0F20F23-A55A-4FF9-BF30-6A3599F42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C83EFA4-708C-4203-8EF9-41D0A294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2ECB8B6-1947-4658-828A-41CCBBEC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23A7B3-E86F-4A10-9929-DC516BD6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315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569196-C41C-4C0D-BAAD-3B2159A2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D871CC3-ECB3-4B03-AE01-E2DB8C183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32F142-14B1-4898-AE8E-8B92636A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AA47114-C225-40BD-959B-5748FA48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15ACCD-D893-4A6F-A86D-D0045675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052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10A3389-F3FE-48D1-BB64-7C6DB5C6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9AC402C-9471-4F1F-906F-B7F90B573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4D508B-B738-49D9-BA4E-329369B6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86694B-3851-44D0-A429-97F82D92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9ADCAA-2CAC-4B63-BB3A-78FE85C2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833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2B66AAA-3528-4A88-B906-CCA0C8EF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80BF3CE-A440-4BAE-9A6A-574299640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6486D6-7A73-4048-A087-CE20C7B07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09B37-608B-4825-8BEC-979DB37688B7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380E81-0F02-4207-A237-ADE917379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6BB0F7-F4AA-4CCB-BEC5-9871967CB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200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FEB1F8-446B-47D6-8D93-35F14D211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/>
              <a:t>IPv6 - Az Internet Protokoll következő generációja </a:t>
            </a:r>
            <a:br>
              <a:rPr lang="hu-HU" dirty="0"/>
            </a:b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7AFDC4D-9E00-404C-A44D-763978ED0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2900" y="6396038"/>
            <a:ext cx="2959100" cy="461962"/>
          </a:xfrm>
        </p:spPr>
        <p:txBody>
          <a:bodyPr>
            <a:normAutofit/>
          </a:bodyPr>
          <a:lstStyle/>
          <a:p>
            <a:r>
              <a:rPr lang="hu-HU" b="1" dirty="0"/>
              <a:t>Készítette: Éliás Péter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2976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EAF16D37-E183-4BE6-9EF6-69A88B5BAAEE}"/>
              </a:ext>
            </a:extLst>
          </p:cNvPr>
          <p:cNvSpPr/>
          <p:nvPr/>
        </p:nvSpPr>
        <p:spPr>
          <a:xfrm>
            <a:off x="838200" y="1854200"/>
            <a:ext cx="9423400" cy="1831976"/>
          </a:xfrm>
          <a:prstGeom prst="rect">
            <a:avLst/>
          </a:prstGeom>
          <a:solidFill>
            <a:schemeClr val="accent1">
              <a:lumMod val="40000"/>
              <a:lumOff val="6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8F6F6C1-9B11-4BB4-9542-98F1F145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0" y="1444625"/>
            <a:ext cx="7010400" cy="1325563"/>
          </a:xfrm>
        </p:spPr>
        <p:txBody>
          <a:bodyPr/>
          <a:lstStyle/>
          <a:p>
            <a:r>
              <a:rPr lang="hu-HU" b="1" dirty="0">
                <a:latin typeface="Arial Rounded MT Bold" panose="020F0704030504030204" pitchFamily="34" charset="0"/>
              </a:rPr>
              <a:t>A hálózat új nyelve: IPv6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4BD425-F2A1-4BE4-9307-7CEEAC54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1"/>
            <a:ext cx="10515600" cy="828675"/>
          </a:xfrm>
        </p:spPr>
        <p:txBody>
          <a:bodyPr>
            <a:normAutofit fontScale="92500" lnSpcReduction="20000"/>
          </a:bodyPr>
          <a:lstStyle/>
          <a:p>
            <a:r>
              <a:rPr lang="hu-HU" b="1" dirty="0">
                <a:latin typeface="Arial Rounded MT Bold" panose="020F0704030504030204" pitchFamily="34" charset="0"/>
              </a:rPr>
              <a:t>Az IPv6 célja</a:t>
            </a:r>
          </a:p>
          <a:p>
            <a:r>
              <a:rPr lang="hu-HU" b="1" dirty="0">
                <a:latin typeface="Arial Rounded MT Bold" panose="020F0704030504030204" pitchFamily="34" charset="0"/>
              </a:rPr>
              <a:t>Miért volt szükség az IPv6 bevezetésére?</a:t>
            </a:r>
          </a:p>
          <a:p>
            <a:endParaRPr lang="hu-HU" b="1" dirty="0">
              <a:latin typeface="Arial Rounded MT Bold" panose="020F0704030504030204" pitchFamily="34" charset="0"/>
            </a:endParaRPr>
          </a:p>
          <a:p>
            <a:pPr lvl="1"/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88104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5FEB39-72E7-4A2D-871C-9F8D2971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 Rounded MT Bold" panose="020F0704030504030204" pitchFamily="34" charset="0"/>
              </a:rPr>
              <a:t>Az IPv6 előnyei és hátrányai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22D98D-51A3-46A0-AFC2-CE8D10243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u-HU" b="1" dirty="0">
                <a:latin typeface="Arial Rounded MT Bold" panose="020F0704030504030204" pitchFamily="34" charset="0"/>
              </a:rPr>
              <a:t>Az IPv6 előnyei: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Szinte korlátlan címzés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Jobb biztonság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Hatékonyabb címkezelés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Javított hálózati teljesítmény</a:t>
            </a:r>
          </a:p>
        </p:txBody>
      </p:sp>
    </p:spTree>
    <p:extLst>
      <p:ext uri="{BB962C8B-B14F-4D97-AF65-F5344CB8AC3E}">
        <p14:creationId xmlns:p14="http://schemas.microsoft.com/office/powerpoint/2010/main" val="146408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4524D-F0DB-44F6-9478-20F97D15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967" y="657489"/>
            <a:ext cx="7222066" cy="595842"/>
          </a:xfrm>
        </p:spPr>
        <p:txBody>
          <a:bodyPr>
            <a:normAutofit fontScale="90000"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Az IPv6 bevezetésének kihívásai</a:t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3976CC-E5D9-442C-81E5-B02964A37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Az IPv6 bevezetése bár számos előnnyel jár, nem problémamentes.</a:t>
            </a:r>
          </a:p>
        </p:txBody>
      </p:sp>
    </p:spTree>
    <p:extLst>
      <p:ext uri="{BB962C8B-B14F-4D97-AF65-F5344CB8AC3E}">
        <p14:creationId xmlns:p14="http://schemas.microsoft.com/office/powerpoint/2010/main" val="267439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CA124D-49AC-4649-8D04-275A426D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0" y="500062"/>
            <a:ext cx="3238500" cy="1325563"/>
          </a:xfrm>
        </p:spPr>
        <p:txBody>
          <a:bodyPr/>
          <a:lstStyle/>
          <a:p>
            <a:pPr algn="ctr"/>
            <a:r>
              <a:rPr lang="hu-HU" b="1" dirty="0"/>
              <a:t>IPv6 és a jövő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5813BD-0CC6-4DB5-8A58-ABFCF9545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06662"/>
            <a:ext cx="10515600" cy="4351338"/>
          </a:xfrm>
        </p:spPr>
        <p:txBody>
          <a:bodyPr/>
          <a:lstStyle/>
          <a:p>
            <a:r>
              <a:rPr lang="hu-HU" b="1" dirty="0"/>
              <a:t>Párhuzamos működés</a:t>
            </a:r>
          </a:p>
          <a:p>
            <a:r>
              <a:rPr lang="hu-HU" dirty="0"/>
              <a:t>Az IPv6 már régóta elérhető, de sok helyen még mindig együtt fut az IPv4-gyel.</a:t>
            </a:r>
          </a:p>
          <a:p>
            <a:r>
              <a:rPr lang="hu-HU" b="1" dirty="0"/>
              <a:t>Folyamatban lévő átállás</a:t>
            </a:r>
          </a:p>
          <a:p>
            <a:r>
              <a:rPr lang="hu-HU" dirty="0"/>
              <a:t>A váltás lassú, de folyamatos, és a jövő internetéhez elengedhetetlen.</a:t>
            </a:r>
          </a:p>
          <a:p>
            <a:r>
              <a:rPr lang="hu-HU" b="1" dirty="0"/>
              <a:t>Miért fontos?</a:t>
            </a:r>
          </a:p>
          <a:p>
            <a:r>
              <a:rPr lang="hu-HU" dirty="0"/>
              <a:t>Az </a:t>
            </a:r>
            <a:r>
              <a:rPr lang="hu-HU" dirty="0" err="1"/>
              <a:t>IoT</a:t>
            </a:r>
            <a:r>
              <a:rPr lang="hu-HU" dirty="0"/>
              <a:t>, az okos városok, a járműkommunikáció és a növekvő adatforgalom miatt az IPv6 biztosítja a skálázható és fenntartható hálózati alapot.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666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0B0F49-DD54-49C4-9BAC-3F873CDC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0" y="1215230"/>
            <a:ext cx="2501900" cy="1325563"/>
          </a:xfrm>
        </p:spPr>
        <p:txBody>
          <a:bodyPr/>
          <a:lstStyle/>
          <a:p>
            <a:r>
              <a:rPr lang="hu-HU" b="1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098D34-6706-46EB-BD01-1C0231345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793"/>
            <a:ext cx="10515600" cy="1776413"/>
          </a:xfrm>
        </p:spPr>
        <p:txBody>
          <a:bodyPr/>
          <a:lstStyle/>
          <a:p>
            <a:r>
              <a:rPr lang="hu-HU" b="1" dirty="0"/>
              <a:t>Az IPv6 nem egyszerű frissítés, hanem egy új technológiai alap, amely hatalmas címkészletével világszerte még több eszköz csatlakozását teszi lehetővé. Terjedése folyamatos, és kulcsfontosságú szerepet játszik a jövő internetének fejlődésében.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6670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E59E40-DB6F-45F0-8EEF-B58A671C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6699"/>
            <a:ext cx="2159000" cy="1325563"/>
          </a:xfrm>
        </p:spPr>
        <p:txBody>
          <a:bodyPr/>
          <a:lstStyle/>
          <a:p>
            <a:pPr algn="ctr"/>
            <a:r>
              <a:rPr lang="hu-HU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958CBD-2132-48EB-A285-5862BA9F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62262"/>
            <a:ext cx="2679700" cy="1133475"/>
          </a:xfrm>
        </p:spPr>
        <p:txBody>
          <a:bodyPr/>
          <a:lstStyle/>
          <a:p>
            <a:r>
              <a:rPr lang="hu-HU" dirty="0" err="1"/>
              <a:t>ChatGPT</a:t>
            </a:r>
            <a:endParaRPr lang="hu-HU" dirty="0"/>
          </a:p>
          <a:p>
            <a:r>
              <a:rPr lang="hu-HU" dirty="0"/>
              <a:t>Google </a:t>
            </a:r>
            <a:r>
              <a:rPr lang="hu-HU" dirty="0" err="1"/>
              <a:t>Images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5133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Szélesvásznú</PresentationFormat>
  <Paragraphs>25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Office-téma</vt:lpstr>
      <vt:lpstr>IPv6 - Az Internet Protokoll következő generációja  </vt:lpstr>
      <vt:lpstr>A hálózat új nyelve: IPv6</vt:lpstr>
      <vt:lpstr>Az IPv6 előnyei és hátrányai </vt:lpstr>
      <vt:lpstr>Az IPv6 bevezetésének kihívásai </vt:lpstr>
      <vt:lpstr>IPv6 és a jövő</vt:lpstr>
      <vt:lpstr>Összegzés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IPv6 - Az Internet Protokoll következő generációja</dc:title>
  <dc:creator>Éliás Péter</dc:creator>
  <cp:lastModifiedBy>Éliás Péter</cp:lastModifiedBy>
  <cp:revision>9</cp:revision>
  <dcterms:created xsi:type="dcterms:W3CDTF">2025-11-04T08:06:36Z</dcterms:created>
  <dcterms:modified xsi:type="dcterms:W3CDTF">2025-11-19T11:18:47Z</dcterms:modified>
</cp:coreProperties>
</file>