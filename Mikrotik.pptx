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F51069-690E-4CF7-8264-1A8963D62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9419"/>
            <a:ext cx="8825658" cy="3329581"/>
          </a:xfrm>
        </p:spPr>
        <p:txBody>
          <a:bodyPr/>
          <a:lstStyle/>
          <a:p>
            <a:pPr algn="ctr"/>
            <a:r>
              <a:rPr lang="hu-HU" b="1" dirty="0" err="1"/>
              <a:t>Mikrotik</a:t>
            </a:r>
            <a:endParaRPr lang="hu-HU" b="1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4467D0D-1745-4356-8D79-7DBA7A130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596280"/>
            <a:ext cx="8825658" cy="861420"/>
          </a:xfrm>
        </p:spPr>
        <p:txBody>
          <a:bodyPr>
            <a:normAutofit/>
          </a:bodyPr>
          <a:lstStyle/>
          <a:p>
            <a:pPr algn="ctr"/>
            <a:r>
              <a:rPr lang="hu-HU" sz="2800" dirty="0"/>
              <a:t>Medve Marcell</a:t>
            </a:r>
          </a:p>
        </p:txBody>
      </p:sp>
    </p:spTree>
    <p:extLst>
      <p:ext uri="{BB962C8B-B14F-4D97-AF65-F5344CB8AC3E}">
        <p14:creationId xmlns:p14="http://schemas.microsoft.com/office/powerpoint/2010/main" val="2717284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5CABB7-3BD9-4D9F-B07A-58954560E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Slide </a:t>
            </a:r>
            <a:r>
              <a:rPr lang="hu-HU" b="1" dirty="0"/>
              <a:t>1</a:t>
            </a:r>
            <a:r>
              <a:rPr lang="en-US" b="1" dirty="0"/>
              <a:t>: What is </a:t>
            </a:r>
            <a:r>
              <a:rPr lang="en-US" b="1" dirty="0" err="1"/>
              <a:t>MikroTik</a:t>
            </a:r>
            <a:r>
              <a:rPr lang="en-US" b="1" dirty="0"/>
              <a:t>?</a:t>
            </a:r>
            <a:br>
              <a:rPr lang="en-US" b="1" dirty="0"/>
            </a:b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3B1455-3B7F-4D62-806B-9B8889A16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​Slide 2: What is </a:t>
            </a:r>
            <a:r>
              <a:rPr lang="en-US" dirty="0" err="1"/>
              <a:t>MikroTik</a:t>
            </a:r>
            <a:r>
              <a:rPr lang="en-US" dirty="0"/>
              <a:t>?</a:t>
            </a:r>
          </a:p>
          <a:p>
            <a:r>
              <a:rPr lang="en-US" dirty="0"/>
              <a:t>​Company Overview:</a:t>
            </a:r>
          </a:p>
          <a:p>
            <a:r>
              <a:rPr lang="en-US" dirty="0"/>
              <a:t>​Latvian company founded in 1996.</a:t>
            </a:r>
          </a:p>
          <a:p>
            <a:r>
              <a:rPr lang="en-US" dirty="0"/>
              <a:t>​Develops and sells networking hardware and software.</a:t>
            </a:r>
          </a:p>
          <a:p>
            <a:r>
              <a:rPr lang="en-US" dirty="0"/>
              <a:t>​Mission: To provide robust and affordable networking solutions for a wide range of uses, from small ISPs and businesses to home users.</a:t>
            </a:r>
          </a:p>
          <a:p>
            <a:r>
              <a:rPr lang="en-US" dirty="0"/>
              <a:t>​Two Core Products:</a:t>
            </a:r>
          </a:p>
          <a:p>
            <a:r>
              <a:rPr lang="en-US" dirty="0"/>
              <a:t>​</a:t>
            </a:r>
            <a:r>
              <a:rPr lang="en-US" dirty="0" err="1"/>
              <a:t>RouterOS</a:t>
            </a:r>
            <a:r>
              <a:rPr lang="en-US" dirty="0"/>
              <a:t>: The operating system that powers the hardware.</a:t>
            </a:r>
          </a:p>
          <a:p>
            <a:r>
              <a:rPr lang="en-US" dirty="0"/>
              <a:t>​</a:t>
            </a:r>
            <a:r>
              <a:rPr lang="en-US" dirty="0" err="1"/>
              <a:t>RouterBOARD</a:t>
            </a:r>
            <a:r>
              <a:rPr lang="en-US" dirty="0"/>
              <a:t>: The hardware platform (routers, switches, wireless devices).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27688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9DC35F-5D0C-4FCE-8B9B-EE7B9F7ED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 err="1"/>
              <a:t>Slide</a:t>
            </a:r>
            <a:r>
              <a:rPr lang="hu-HU" b="1" dirty="0"/>
              <a:t> 2: </a:t>
            </a:r>
            <a:r>
              <a:rPr lang="hu-HU" b="1" dirty="0" err="1"/>
              <a:t>Title</a:t>
            </a:r>
            <a:r>
              <a:rPr lang="hu-HU" b="1" dirty="0"/>
              <a:t> </a:t>
            </a:r>
            <a:r>
              <a:rPr lang="hu-HU" b="1" dirty="0" err="1"/>
              <a:t>Slide</a:t>
            </a: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0A099A-CBE5-4E78-97BA-0B486C7A9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MikroTik</a:t>
            </a:r>
            <a:r>
              <a:rPr lang="en-US" dirty="0"/>
              <a:t>: Affordable and Powerful Networking Solutions</a:t>
            </a:r>
          </a:p>
          <a:p>
            <a:r>
              <a:rPr lang="en-US" dirty="0"/>
              <a:t>​This presentation provides an overview of </a:t>
            </a:r>
            <a:r>
              <a:rPr lang="en-US" dirty="0" err="1"/>
              <a:t>MikroTik</a:t>
            </a:r>
            <a:r>
              <a:rPr lang="en-US" dirty="0"/>
              <a:t>, its key products, and the powerful </a:t>
            </a:r>
            <a:r>
              <a:rPr lang="en-US" dirty="0" err="1"/>
              <a:t>RouterOS</a:t>
            </a:r>
            <a:r>
              <a:rPr lang="en-US" dirty="0"/>
              <a:t> operating system.</a:t>
            </a:r>
          </a:p>
          <a:p>
            <a:r>
              <a:rPr lang="en-US" dirty="0"/>
              <a:t>​Slide 1: Title Slide</a:t>
            </a:r>
          </a:p>
          <a:p>
            <a:r>
              <a:rPr lang="en-US" dirty="0"/>
              <a:t>​Title: </a:t>
            </a:r>
            <a:r>
              <a:rPr lang="en-US" dirty="0" err="1"/>
              <a:t>MikroTik</a:t>
            </a:r>
            <a:r>
              <a:rPr lang="en-US" dirty="0"/>
              <a:t>: Affordable and Powerful Networking Solutions</a:t>
            </a:r>
          </a:p>
          <a:p>
            <a:r>
              <a:rPr lang="en-US" dirty="0"/>
              <a:t>​Subtitle: An Overview of </a:t>
            </a:r>
            <a:r>
              <a:rPr lang="en-US" dirty="0" err="1"/>
              <a:t>RouterOS</a:t>
            </a:r>
            <a:r>
              <a:rPr lang="en-US" dirty="0"/>
              <a:t> and </a:t>
            </a:r>
            <a:r>
              <a:rPr lang="en-US" dirty="0" err="1"/>
              <a:t>RouterBOARD</a:t>
            </a:r>
            <a:endParaRPr lang="en-US" dirty="0"/>
          </a:p>
          <a:p>
            <a:r>
              <a:rPr lang="en-US" dirty="0"/>
              <a:t>​Presenter: [Your Name/Company Name]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33077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77C568-8DCB-467C-B05B-0AB359BC7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​Slide 3: </a:t>
            </a:r>
            <a:r>
              <a:rPr lang="en-US" b="1" dirty="0" err="1"/>
              <a:t>RouterOS</a:t>
            </a:r>
            <a:r>
              <a:rPr lang="en-US" b="1" dirty="0"/>
              <a:t> - The Operating System</a:t>
            </a: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D592B43-842B-491E-BEC1-7B66A18B0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2052918"/>
            <a:ext cx="9503753" cy="435236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Key Features:</a:t>
            </a:r>
          </a:p>
          <a:p>
            <a:r>
              <a:rPr lang="en-US" dirty="0"/>
              <a:t>​Based on the Linux kernel.</a:t>
            </a:r>
          </a:p>
          <a:p>
            <a:r>
              <a:rPr lang="en-US" dirty="0"/>
              <a:t>​Turns any </a:t>
            </a:r>
            <a:r>
              <a:rPr lang="en-US" dirty="0" err="1"/>
              <a:t>RouterBOARD</a:t>
            </a:r>
            <a:r>
              <a:rPr lang="en-US" dirty="0"/>
              <a:t> hardware (or a standard PC) into a dedicated router.</a:t>
            </a:r>
          </a:p>
          <a:p>
            <a:r>
              <a:rPr lang="en-US" dirty="0"/>
              <a:t>​Offers a vast array of networking features traditionally found in high-end, expensive equipment.</a:t>
            </a:r>
          </a:p>
          <a:p>
            <a:r>
              <a:rPr lang="en-US" b="1" dirty="0"/>
              <a:t>​Major Capabilities:</a:t>
            </a:r>
          </a:p>
          <a:p>
            <a:r>
              <a:rPr lang="en-US" dirty="0"/>
              <a:t>​Routing: Static, OSPF, BGP, MPLS, etc.</a:t>
            </a:r>
          </a:p>
          <a:p>
            <a:r>
              <a:rPr lang="en-US" dirty="0"/>
              <a:t>​Firewall: Highly flexible and stateful packet inspection.</a:t>
            </a:r>
          </a:p>
          <a:p>
            <a:r>
              <a:rPr lang="en-US" dirty="0"/>
              <a:t>​VPN: Various protocols (IPsec, L2TP, PPTP, OpenVPN, </a:t>
            </a:r>
            <a:r>
              <a:rPr lang="en-US" dirty="0" err="1"/>
              <a:t>WireGuard</a:t>
            </a:r>
            <a:r>
              <a:rPr lang="en-US" dirty="0"/>
              <a:t>).</a:t>
            </a:r>
          </a:p>
          <a:p>
            <a:r>
              <a:rPr lang="en-US" b="1" dirty="0"/>
              <a:t>​Hotspot: </a:t>
            </a:r>
            <a:r>
              <a:rPr lang="en-US" dirty="0"/>
              <a:t>Built-in gateway for public networks.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75347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B7CAFF-B1B3-445B-8D80-7830094B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 err="1"/>
              <a:t>Slide</a:t>
            </a:r>
            <a:r>
              <a:rPr lang="hu-HU" b="1" dirty="0"/>
              <a:t> 4: </a:t>
            </a:r>
            <a:r>
              <a:rPr lang="hu-HU" b="1" dirty="0" err="1"/>
              <a:t>Summary</a:t>
            </a:r>
            <a:r>
              <a:rPr lang="hu-HU" b="1" dirty="0"/>
              <a:t> and Q&amp;A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216433B-5E39-4CF7-B70A-80D3FB77A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​Recap:</a:t>
            </a:r>
          </a:p>
          <a:p>
            <a:r>
              <a:rPr lang="en-US" dirty="0"/>
              <a:t>​</a:t>
            </a:r>
            <a:r>
              <a:rPr lang="en-US" dirty="0" err="1"/>
              <a:t>MikroTik</a:t>
            </a:r>
            <a:r>
              <a:rPr lang="en-US" dirty="0"/>
              <a:t> provides powerful and cost-effective networking hardware (</a:t>
            </a:r>
            <a:r>
              <a:rPr lang="en-US" dirty="0" err="1"/>
              <a:t>RouterBOARD</a:t>
            </a:r>
            <a:r>
              <a:rPr lang="en-US" dirty="0"/>
              <a:t>) and software (</a:t>
            </a:r>
            <a:r>
              <a:rPr lang="en-US" dirty="0" err="1"/>
              <a:t>RouterOS</a:t>
            </a:r>
            <a:r>
              <a:rPr lang="en-US" dirty="0"/>
              <a:t>).</a:t>
            </a:r>
          </a:p>
          <a:p>
            <a:r>
              <a:rPr lang="en-US" dirty="0"/>
              <a:t>​It offers an extensive feature set (Routing, Firewall, QoS, VPN, Wireless) managed primarily through </a:t>
            </a:r>
            <a:r>
              <a:rPr lang="en-US" dirty="0" err="1"/>
              <a:t>WinBox</a:t>
            </a:r>
            <a:r>
              <a:rPr lang="en-US" dirty="0"/>
              <a:t>.</a:t>
            </a:r>
          </a:p>
          <a:p>
            <a:r>
              <a:rPr lang="en-US" dirty="0"/>
              <a:t>​It is a versatile solution for home, business, and ISP environments.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58984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21045E-A6F6-4CD0-BF58-99EE1F0C3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129118"/>
            <a:ext cx="9404723" cy="1400530"/>
          </a:xfrm>
        </p:spPr>
        <p:txBody>
          <a:bodyPr/>
          <a:lstStyle/>
          <a:p>
            <a:pPr algn="ctr"/>
            <a:r>
              <a:rPr lang="hu-HU" b="1" dirty="0"/>
              <a:t>End</a:t>
            </a:r>
            <a:br>
              <a:rPr lang="hu-HU" dirty="0"/>
            </a:br>
            <a:r>
              <a:rPr lang="hu-HU" b="1" dirty="0" err="1"/>
              <a:t>Made</a:t>
            </a:r>
            <a:r>
              <a:rPr lang="hu-HU" b="1" dirty="0"/>
              <a:t> </a:t>
            </a:r>
            <a:r>
              <a:rPr lang="hu-HU" b="1" dirty="0" err="1"/>
              <a:t>by</a:t>
            </a:r>
            <a:r>
              <a:rPr lang="hu-HU" b="1" dirty="0"/>
              <a:t>:</a:t>
            </a:r>
            <a:br>
              <a:rPr lang="hu-HU" b="1" dirty="0"/>
            </a:br>
            <a:r>
              <a:rPr lang="hu-HU" i="1" dirty="0"/>
              <a:t>Medve Marcell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894F782D-D1FB-4B65-8C33-D71881BD7387}"/>
              </a:ext>
            </a:extLst>
          </p:cNvPr>
          <p:cNvSpPr txBox="1"/>
          <p:nvPr/>
        </p:nvSpPr>
        <p:spPr>
          <a:xfrm>
            <a:off x="91888" y="6175345"/>
            <a:ext cx="2603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 err="1"/>
              <a:t>Source</a:t>
            </a:r>
            <a:r>
              <a:rPr lang="hu-HU" sz="2000" b="1" dirty="0"/>
              <a:t>: Wikipedia</a:t>
            </a:r>
          </a:p>
        </p:txBody>
      </p:sp>
    </p:spTree>
    <p:extLst>
      <p:ext uri="{BB962C8B-B14F-4D97-AF65-F5344CB8AC3E}">
        <p14:creationId xmlns:p14="http://schemas.microsoft.com/office/powerpoint/2010/main" val="22244355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341</Words>
  <Application>Microsoft Office PowerPoint</Application>
  <PresentationFormat>Szélesvásznú</PresentationFormat>
  <Paragraphs>35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Mikrotik</vt:lpstr>
      <vt:lpstr>Slide 1: What is MikroTik? </vt:lpstr>
      <vt:lpstr>Slide 2: Title Slide</vt:lpstr>
      <vt:lpstr>​Slide 3: RouterOS - The Operating System</vt:lpstr>
      <vt:lpstr>Slide 4: Summary and Q&amp;A</vt:lpstr>
      <vt:lpstr>End Made by: Medve Marcell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Mikrotik</dc:title>
  <dc:creator>Medve Marcell</dc:creator>
  <cp:lastModifiedBy>Medve Marcell</cp:lastModifiedBy>
  <cp:revision>3</cp:revision>
  <dcterms:created xsi:type="dcterms:W3CDTF">2025-11-19T09:53:59Z</dcterms:created>
  <dcterms:modified xsi:type="dcterms:W3CDTF">2025-11-19T12:32:36Z</dcterms:modified>
</cp:coreProperties>
</file>